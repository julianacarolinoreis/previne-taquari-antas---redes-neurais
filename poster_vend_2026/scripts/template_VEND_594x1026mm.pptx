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21383625" cy="36936363"/>
  <p:notesSz cx="6858000" cy="9144000"/>
  <p:embeddedFontLst>
    <p:embeddedFont>
      <p:font typeface="Montaser Arabic" panose="020B0604020202020204" charset="-78"/>
      <p:regular r:id="rId3"/>
    </p:embeddedFont>
    <p:embeddedFont>
      <p:font typeface="Montserrat Bold" panose="020B0604020202020204" charset="0"/>
      <p:regular r:id="rId4"/>
      <p:bold r:id="rId5"/>
    </p:embeddedFont>
    <p:embeddedFont>
      <p:font typeface="Montserrat Medium" panose="00000600000000000000" pitchFamily="2" charset="0"/>
      <p:regular r:id="rId6"/>
      <p:italic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22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60" d="100"/>
          <a:sy n="60" d="100"/>
        </p:scale>
        <p:origin x="798" y="-960"/>
      </p:cViewPr>
      <p:guideLst>
        <p:guide orient="horz" pos="2022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tableStyles" Target="tableStyles.xml"/><Relationship Id="rId5" Type="http://schemas.openxmlformats.org/officeDocument/2006/relationships/font" Target="fonts/font3.fntdata"/><Relationship Id="rId10" Type="http://schemas.openxmlformats.org/officeDocument/2006/relationships/theme" Target="theme/theme1.xml"/><Relationship Id="rId4" Type="http://schemas.openxmlformats.org/officeDocument/2006/relationships/font" Target="fonts/font2.fntdata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94392"/>
            <a:ext cx="7772400" cy="137616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8055"/>
            <a:ext cx="6400800" cy="1640691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125507"/>
            <a:ext cx="7772400" cy="1275103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721111"/>
            <a:ext cx="7772400" cy="140439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98023"/>
            <a:ext cx="4038600" cy="423696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98023"/>
            <a:ext cx="4038600" cy="423696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37092"/>
            <a:ext cx="4040188" cy="59891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036003"/>
            <a:ext cx="4040188" cy="369898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437092"/>
            <a:ext cx="4041775" cy="59891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036003"/>
            <a:ext cx="4041775" cy="369898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55615"/>
            <a:ext cx="3008313" cy="10878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55615"/>
            <a:ext cx="5111750" cy="547937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343465"/>
            <a:ext cx="3008313" cy="439152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494068"/>
            <a:ext cx="5486400" cy="5305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573648"/>
            <a:ext cx="5486400" cy="385205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024618"/>
            <a:ext cx="5486400" cy="75346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57102"/>
            <a:ext cx="2057400" cy="54778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57102"/>
            <a:ext cx="6019800" cy="5477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57102"/>
            <a:ext cx="8229600" cy="10700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98023"/>
            <a:ext cx="8229600" cy="42369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5950479"/>
            <a:ext cx="2133600" cy="3418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5950479"/>
            <a:ext cx="2895600" cy="3418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5950479"/>
            <a:ext cx="2133600" cy="3418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DD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05646" y="5125261"/>
            <a:ext cx="20559580" cy="30703757"/>
          </a:xfrm>
          <a:custGeom>
            <a:avLst/>
            <a:gdLst/>
            <a:ahLst/>
            <a:cxnLst/>
            <a:rect l="l" t="t" r="r" b="b"/>
            <a:pathLst>
              <a:path w="20559580" h="31027606">
                <a:moveTo>
                  <a:pt x="0" y="0"/>
                </a:moveTo>
                <a:lnTo>
                  <a:pt x="20559580" y="0"/>
                </a:lnTo>
                <a:lnTo>
                  <a:pt x="20559580" y="31027606"/>
                </a:lnTo>
                <a:lnTo>
                  <a:pt x="0" y="310276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81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33162109"/>
            <a:ext cx="21372000" cy="3774254"/>
          </a:xfrm>
          <a:custGeom>
            <a:avLst/>
            <a:gdLst/>
            <a:ahLst/>
            <a:cxnLst/>
            <a:rect l="l" t="t" r="r" b="b"/>
            <a:pathLst>
              <a:path w="21372000" h="3774254">
                <a:moveTo>
                  <a:pt x="0" y="0"/>
                </a:moveTo>
                <a:lnTo>
                  <a:pt x="21372000" y="0"/>
                </a:lnTo>
                <a:lnTo>
                  <a:pt x="21372000" y="3774254"/>
                </a:lnTo>
                <a:lnTo>
                  <a:pt x="0" y="3774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10717"/>
            <a:ext cx="21372000" cy="2259069"/>
          </a:xfrm>
          <a:custGeom>
            <a:avLst/>
            <a:gdLst/>
            <a:ahLst/>
            <a:cxnLst/>
            <a:rect l="l" t="t" r="r" b="b"/>
            <a:pathLst>
              <a:path w="21372000" h="2259069">
                <a:moveTo>
                  <a:pt x="0" y="0"/>
                </a:moveTo>
                <a:lnTo>
                  <a:pt x="21372000" y="0"/>
                </a:lnTo>
                <a:lnTo>
                  <a:pt x="21372000" y="2259069"/>
                </a:lnTo>
                <a:lnTo>
                  <a:pt x="0" y="22590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2273" b="-2273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063313" y="1369330"/>
            <a:ext cx="442955" cy="2702024"/>
          </a:xfrm>
          <a:custGeom>
            <a:avLst/>
            <a:gdLst/>
            <a:ahLst/>
            <a:cxnLst/>
            <a:rect l="l" t="t" r="r" b="b"/>
            <a:pathLst>
              <a:path w="442955" h="2702024">
                <a:moveTo>
                  <a:pt x="0" y="0"/>
                </a:moveTo>
                <a:lnTo>
                  <a:pt x="442955" y="0"/>
                </a:lnTo>
                <a:lnTo>
                  <a:pt x="442955" y="2702024"/>
                </a:lnTo>
                <a:lnTo>
                  <a:pt x="0" y="27020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90612" y="5904177"/>
            <a:ext cx="19202399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pt-BR" sz="4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REDES NEURAIS ARTIFICIAIS PARA PREVISÃO DE CHEIAS NO RIO TAQUARI, MUNICÍPIO DE SANTA TEREZA, RS </a:t>
            </a:r>
            <a:endParaRPr lang="en-US" sz="4800" b="1" dirty="0">
              <a:solidFill>
                <a:schemeClr val="tx2"/>
              </a:solidFill>
              <a:latin typeface="Arial" panose="020B0604020202020204" pitchFamily="34" charset="0"/>
              <a:ea typeface="Montaser Arabic Semi-Bold"/>
              <a:cs typeface="Arial" panose="020B0604020202020204" pitchFamily="34" charset="0"/>
              <a:sym typeface="Montaser Arabic Semi-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3376612" y="7778233"/>
            <a:ext cx="12951915" cy="7643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15"/>
              </a:lnSpc>
            </a:pPr>
            <a:r>
              <a:rPr lang="en-US" sz="5000" dirty="0">
                <a:solidFill>
                  <a:srgbClr val="003C64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Juliana Carolino Reis, Autor 2, Autor 3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726588" y="1175352"/>
            <a:ext cx="13794084" cy="4339367"/>
            <a:chOff x="0" y="0"/>
            <a:chExt cx="18392113" cy="578582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632758" cy="5785823"/>
            </a:xfrm>
            <a:custGeom>
              <a:avLst/>
              <a:gdLst/>
              <a:ahLst/>
              <a:cxnLst/>
              <a:rect l="l" t="t" r="r" b="b"/>
              <a:pathLst>
                <a:path w="8632758" h="5785823">
                  <a:moveTo>
                    <a:pt x="0" y="0"/>
                  </a:moveTo>
                  <a:lnTo>
                    <a:pt x="8632758" y="0"/>
                  </a:lnTo>
                  <a:lnTo>
                    <a:pt x="8632758" y="5785823"/>
                  </a:lnTo>
                  <a:lnTo>
                    <a:pt x="0" y="57858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28575" b="-30153"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3873399" y="1426401"/>
              <a:ext cx="2788615" cy="1344228"/>
            </a:xfrm>
            <a:custGeom>
              <a:avLst/>
              <a:gdLst/>
              <a:ahLst/>
              <a:cxnLst/>
              <a:rect l="l" t="t" r="r" b="b"/>
              <a:pathLst>
                <a:path w="2788615" h="1344228">
                  <a:moveTo>
                    <a:pt x="0" y="0"/>
                  </a:moveTo>
                  <a:lnTo>
                    <a:pt x="2788615" y="0"/>
                  </a:lnTo>
                  <a:lnTo>
                    <a:pt x="2788615" y="1344229"/>
                  </a:lnTo>
                  <a:lnTo>
                    <a:pt x="0" y="13442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3609" r="-3609"/>
              </a:stretch>
            </a:blipFill>
          </p:spPr>
        </p:sp>
        <p:grpSp>
          <p:nvGrpSpPr>
            <p:cNvPr id="11" name="Group 11"/>
            <p:cNvGrpSpPr/>
            <p:nvPr/>
          </p:nvGrpSpPr>
          <p:grpSpPr>
            <a:xfrm>
              <a:off x="3279381" y="2419016"/>
              <a:ext cx="7030617" cy="1970008"/>
              <a:chOff x="0" y="0"/>
              <a:chExt cx="1480056" cy="414718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1480056" cy="414718"/>
              </a:xfrm>
              <a:custGeom>
                <a:avLst/>
                <a:gdLst/>
                <a:ahLst/>
                <a:cxnLst/>
                <a:rect l="l" t="t" r="r" b="b"/>
                <a:pathLst>
                  <a:path w="1480056" h="414718">
                    <a:moveTo>
                      <a:pt x="0" y="0"/>
                    </a:moveTo>
                    <a:lnTo>
                      <a:pt x="1480056" y="0"/>
                    </a:lnTo>
                    <a:lnTo>
                      <a:pt x="1480056" y="414718"/>
                    </a:lnTo>
                    <a:lnTo>
                      <a:pt x="0" y="414718"/>
                    </a:lnTo>
                    <a:close/>
                  </a:path>
                </a:pathLst>
              </a:custGeom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-19050"/>
                <a:ext cx="1480056" cy="433768"/>
              </a:xfrm>
              <a:prstGeom prst="rect">
                <a:avLst/>
              </a:prstGeom>
            </p:spPr>
            <p:txBody>
              <a:bodyPr lIns="44264" tIns="44264" rIns="44264" bIns="44264" rtlCol="0" anchor="ctr"/>
              <a:lstStyle/>
              <a:p>
                <a:pPr algn="ctr">
                  <a:lnSpc>
                    <a:spcPts val="623"/>
                  </a:lnSpc>
                </a:pPr>
                <a:endParaRPr/>
              </a:p>
            </p:txBody>
          </p:sp>
        </p:grpSp>
        <p:sp>
          <p:nvSpPr>
            <p:cNvPr id="14" name="TextBox 14"/>
            <p:cNvSpPr txBox="1"/>
            <p:nvPr/>
          </p:nvSpPr>
          <p:spPr>
            <a:xfrm>
              <a:off x="4316379" y="3865402"/>
              <a:ext cx="9897453" cy="5300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142"/>
                </a:lnSpc>
                <a:spcBef>
                  <a:spcPct val="0"/>
                </a:spcBef>
              </a:pPr>
              <a:r>
                <a:rPr lang="en-US" sz="2708" b="1" spc="-100" dirty="0">
                  <a:solidFill>
                    <a:srgbClr val="036CB5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26 a 30 de Outubro de 2026 | Fortaleza - CE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316379" y="2493325"/>
              <a:ext cx="14075734" cy="6011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459"/>
                </a:lnSpc>
              </a:pPr>
              <a:r>
                <a:rPr lang="en-US" sz="3603" b="1" spc="-180">
                  <a:solidFill>
                    <a:srgbClr val="2A378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V Encontro Nacional de Desastres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316379" y="3215544"/>
              <a:ext cx="14075734" cy="6011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459"/>
                </a:lnSpc>
              </a:pPr>
              <a:r>
                <a:rPr lang="en-US" sz="3603" b="1" spc="-180" dirty="0">
                  <a:solidFill>
                    <a:srgbClr val="2A378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II </a:t>
              </a:r>
              <a:r>
                <a:rPr lang="en-US" sz="3603" b="1" spc="-180" dirty="0" err="1">
                  <a:solidFill>
                    <a:srgbClr val="2A378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Encontro</a:t>
              </a:r>
              <a:r>
                <a:rPr lang="en-US" sz="3603" b="1" spc="-180" dirty="0">
                  <a:solidFill>
                    <a:srgbClr val="2A378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 </a:t>
              </a:r>
              <a:r>
                <a:rPr lang="en-US" sz="3603" b="1" spc="-180" dirty="0" err="1">
                  <a:solidFill>
                    <a:srgbClr val="2A378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Brasileiro</a:t>
              </a:r>
              <a:r>
                <a:rPr lang="en-US" sz="3603" b="1" spc="-180" dirty="0">
                  <a:solidFill>
                    <a:srgbClr val="2A378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 de </a:t>
              </a:r>
              <a:r>
                <a:rPr lang="en-US" sz="3603" b="1" spc="-180" dirty="0" err="1">
                  <a:solidFill>
                    <a:srgbClr val="2A378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Hidrologia</a:t>
              </a:r>
              <a:r>
                <a:rPr lang="en-US" sz="3603" b="1" spc="-180" dirty="0">
                  <a:solidFill>
                    <a:srgbClr val="2A378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 </a:t>
              </a:r>
              <a:r>
                <a:rPr lang="en-US" sz="3603" b="1" spc="-180" dirty="0" err="1">
                  <a:solidFill>
                    <a:srgbClr val="2A378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Estatística</a:t>
              </a:r>
              <a:endParaRPr lang="en-US" sz="3603" b="1" spc="-180" dirty="0">
                <a:solidFill>
                  <a:srgbClr val="2A378D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</p:txBody>
        </p:sp>
      </p:grpSp>
      <p:sp>
        <p:nvSpPr>
          <p:cNvPr id="17" name="Freeform 17"/>
          <p:cNvSpPr/>
          <p:nvPr/>
        </p:nvSpPr>
        <p:spPr>
          <a:xfrm>
            <a:off x="14506267" y="1932185"/>
            <a:ext cx="6150770" cy="3127980"/>
          </a:xfrm>
          <a:custGeom>
            <a:avLst/>
            <a:gdLst/>
            <a:ahLst/>
            <a:cxnLst/>
            <a:rect l="l" t="t" r="r" b="b"/>
            <a:pathLst>
              <a:path w="6150770" h="3127980">
                <a:moveTo>
                  <a:pt x="0" y="0"/>
                </a:moveTo>
                <a:lnTo>
                  <a:pt x="6150770" y="0"/>
                </a:lnTo>
                <a:lnTo>
                  <a:pt x="6150770" y="3127980"/>
                </a:lnTo>
                <a:lnTo>
                  <a:pt x="0" y="312798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00256" r="-4529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339</TotalTime>
  <Words>48</Words>
  <Application>Microsoft Office PowerPoint</Application>
  <PresentationFormat>Personalizar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7" baseType="lpstr">
      <vt:lpstr>Montserrat Medium</vt:lpstr>
      <vt:lpstr>Arial</vt:lpstr>
      <vt:lpstr>Montserrat Bold</vt:lpstr>
      <vt:lpstr>Calibri</vt:lpstr>
      <vt:lpstr>Montaser Arabic</vt:lpstr>
      <vt:lpstr>Office Theme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II Encontro Brasileiro de Hidrologia Estatística</dc:title>
  <dc:creator>fdn</dc:creator>
  <cp:lastModifiedBy>Juliana Reis</cp:lastModifiedBy>
  <cp:revision>6</cp:revision>
  <dcterms:created xsi:type="dcterms:W3CDTF">2006-08-16T00:00:00Z</dcterms:created>
  <dcterms:modified xsi:type="dcterms:W3CDTF">2026-10-02T18:56:34Z</dcterms:modified>
  <dc:identifier>DAHU89s2k0A</dc:identifier>
</cp:coreProperties>
</file>